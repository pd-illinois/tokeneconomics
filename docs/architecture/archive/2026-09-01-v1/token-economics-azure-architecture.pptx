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955279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TokenEconomics Azure reference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38360" y="137160"/>
            <a:ext cx="1965960" cy="310896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RESEARCH PROTOTYPE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25609" y="694944"/>
            <a:ext cx="9340477" cy="5760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oken-economics-azure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473" y="749808"/>
            <a:ext cx="9230749" cy="5650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6537960"/>
            <a:ext cx="11201400" cy="1828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ctr"/>
            <a:r>
              <a:rPr sz="900">
                <a:solidFill>
                  <a:srgbClr val="475569"/>
                </a:solidFill>
                <a:latin typeface="Aptos"/>
              </a:rPr>
              <a:t>Live Azure deployment in rg-tokeneconomics · external Copilot/GitHub domains remain native-meter planning and reconciliation surfaces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